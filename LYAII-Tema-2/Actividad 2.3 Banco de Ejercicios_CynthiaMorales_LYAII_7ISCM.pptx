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2C780-27F6-22EE-9D53-5EA254E2C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E95D2B-B165-F90D-A49B-F71BE15A7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103ED1-E3C5-B73E-10DA-F8D81031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1DA731-CA2A-9211-EC68-0A8BA014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86053-2220-A129-9AE6-1240C54D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902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087B1-2828-B6F1-05C6-C65B8B24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4E809-90E9-F937-1F0A-10008EA3D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571183-6419-2A13-97F5-11BBD876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E75A90-4A42-1BE3-FA33-9EAEBE7B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FC478-C988-874C-D579-2EF17C53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277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F4D3A-94D4-15F1-C6BC-DA56F199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477F82-FBAB-340A-1255-960525AC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AF7ACD-0A84-D06C-AC6D-92958431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82171-4789-C4A2-9C91-8F144CB5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8786FA-5B1D-28CA-E879-A8C6DE06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298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0099B-5551-2F63-0110-BC4F1962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7B1988-1311-99EB-0725-3C7A834A5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03B622-2345-2CBF-6E20-4BD60EA99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229D91-79D3-E2EC-894B-0899F476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07A457-98D3-8602-362B-1DEA7B48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46F330-A9AD-B69C-B8E8-7E9ED49D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519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3315A-1E84-255E-06D8-7C911145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CB1B10-40D4-11B2-1878-32CB239C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41DD05-E44F-5387-38AA-2D6B24FF2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595748-EFDF-3CCE-FAA9-B8184A96C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ADED63-33CE-946C-6E77-2CFE4BF37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524BFF-2AE7-0854-76E5-8ACF6739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ECC182-83AB-1615-0720-87C4B13B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3741BE-DF01-2488-6680-B9473FBF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606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1DF7E-3C1F-403D-23F4-7A4B5687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6A6C0B-781E-FBD5-6EA4-A5FC927F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B117AF-0A4E-A2DC-16F4-01302F7C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31697E-1778-A82B-699D-B16D27E9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139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039644-7AF1-1339-A65E-BE482667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B59BE9-7036-5112-3845-86F8216C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BB41F-7F78-8818-E10C-B0A37DAA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142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47F9B-942C-2EF9-2F33-D5519437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9E191-CF61-D3BE-ACBD-FAE10DF7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81F58-E42C-87A9-8BDE-6239EF4AF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D3AE44-869D-8874-D70F-2E402EA4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E559A6-C1EC-3C42-0DAD-932EE3EB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183CB2-7A55-5D7D-095F-F58FCE0F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299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A3B10-B9E9-E094-A348-A9CD8BC3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55F38D-EEDB-D69D-6BFA-30BB369A5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3C6AED-AA17-EC61-D204-003D7D2EE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DBAB17-C4EA-CBD4-C3A0-9DB2B684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AC545D-AF4A-A3EB-173F-7FFBC27F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FB940E-FF8D-5430-5217-A76759B9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17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19BB9-7E4F-7C15-D415-AFB5F567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3C0F2D-DFD3-97AA-8225-554C4E82A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BC9E79-B29F-7A4D-D6A6-7E8157CF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6C7C60-6B88-AECE-EDC5-ED19853E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CA31AD-F7CD-1D27-058B-3EEABA22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081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F22248-578E-77E8-335A-D4582F9F0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A265DB-C3E2-AE15-1151-EFDA5E7CA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D564FA-D1F2-36FB-14BC-093A724C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C50C1-FE95-82CD-D2E6-B1D6B2B4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43F0D2-B01A-E68D-009F-E343D19D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994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0A9FB5-0E61-B32C-0404-9360177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5AA208-6F09-423D-6BB6-4ED03B0B7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D2E489-B951-176E-2F1E-67B5A7D2B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3A76-0FBB-440F-8D99-0D384413780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A630AB-F622-6276-68C5-E1EDEC5DE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B6AFF4-1CDC-474F-E7DC-C5A9C056D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9EE0A-862F-43CB-8DCF-2D20552D48E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59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5F7A3139-A14D-1910-A4CD-9C80995763C9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Lenguajes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Automatas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2.3 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08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B707CD8-2636-4B3C-BE2E-6DE002EADDD5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7415834-A211-5F28-05A4-97ED1F9FC866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857CD640-2D5E-ED3A-7542-58E7453600B7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DC5720AB-A642-5224-3319-C0857001C567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0B8BEEC-26E0-ABE8-A1B3-96AA73896A17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7399F940-871F-164C-69B4-344B64D0F7F1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B503BC2-2911-6F84-C912-E47460B23543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36111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AE387-D884-BD48-710E-0C9B58A0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E33A81-C13A-9408-EAD3-AEF8289BE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Este banco de ejercicios muestra la aplicación práctica del Generador de Código Intermedio desarrollado previamente.</a:t>
            </a:r>
          </a:p>
          <a:p>
            <a:pPr marL="0" indent="0">
              <a:buNone/>
            </a:pPr>
            <a:r>
              <a:rPr lang="es-MX" dirty="0"/>
              <a:t>Se toma la expresión aritmética a = b + c * d y se convierte, paso a paso, a las siete representaciones que soporta el programa: prefija, infija, postfija, notación polaca, Código P, triplos y cuádruplos.</a:t>
            </a:r>
          </a:p>
          <a:p>
            <a:pPr marL="0" indent="0">
              <a:buNone/>
            </a:pPr>
            <a:r>
              <a:rPr lang="es-MX" dirty="0"/>
              <a:t>Con ello se verifica que cada algoritmo de conversión implementado en el generador funcione correctamente para todos los tipos de representación disponibles.</a:t>
            </a:r>
          </a:p>
        </p:txBody>
      </p:sp>
    </p:spTree>
    <p:extLst>
      <p:ext uri="{BB962C8B-B14F-4D97-AF65-F5344CB8AC3E}">
        <p14:creationId xmlns:p14="http://schemas.microsoft.com/office/powerpoint/2010/main" val="105547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66B97-E1C2-7B78-99B0-8CF3024C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3CF0A-8C87-1A74-CF8F-1D1E424E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Resolver ejercicios con una misma expresión en todas las representaciones posibles permite comprobar la consistencia del programa y reforzar la comprensión de cada notación utilizada en la generación de código intermedio.</a:t>
            </a:r>
          </a:p>
          <a:p>
            <a:r>
              <a:rPr lang="es-MX" dirty="0"/>
              <a:t>Esta práctica es fundamental para identificar cómo cambia la estructura de una expresión según la representación elegida y cómo se relacionan entre sí (por ejemplo, la notación prefija y la notación polaca son equivalentes).</a:t>
            </a:r>
          </a:p>
          <a:p>
            <a:r>
              <a:rPr lang="es-MX" dirty="0"/>
              <a:t>Además, refuerza los conocimientos de la materia de Lenguajes y Autómatas II relacionados con las distintas formas de representar el código dentro de un compilador.</a:t>
            </a:r>
          </a:p>
        </p:txBody>
      </p:sp>
    </p:spTree>
    <p:extLst>
      <p:ext uri="{BB962C8B-B14F-4D97-AF65-F5344CB8AC3E}">
        <p14:creationId xmlns:p14="http://schemas.microsoft.com/office/powerpoint/2010/main" val="54944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A3B9D-0180-DFB9-DF14-2044A01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conversión a notación prefija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04DF983-9269-E44D-2620-0B0FEF704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784099"/>
            <a:ext cx="5542254" cy="273417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C9E4F0-1BA6-B51E-ACDD-ECD3EC68A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84099"/>
            <a:ext cx="5799670" cy="2779394"/>
          </a:xfrm>
          <a:prstGeom prst="rect">
            <a:avLst/>
          </a:prstGeom>
        </p:spPr>
      </p:pic>
      <p:sp>
        <p:nvSpPr>
          <p:cNvPr id="50" name="Explicacion"/>
          <p:cNvSpPr txBox="1"/>
          <p:nvPr/>
        </p:nvSpPr>
        <p:spPr>
          <a:xfrm>
            <a:off x="628650" y="4921058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Se evalúa la expresión a = b + c * d. Al elegir la representación Prefija en el menú, el programa antepone los operadores a sus operandos y genera el resultado: = a + b * c d.</a:t>
            </a:r>
          </a:p>
        </p:txBody>
      </p:sp>
    </p:spTree>
    <p:extLst>
      <p:ext uri="{BB962C8B-B14F-4D97-AF65-F5344CB8AC3E}">
        <p14:creationId xmlns:p14="http://schemas.microsoft.com/office/powerpoint/2010/main" val="319756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3CB57-D11B-9A60-E5DC-A7E69DFE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conversión a notación infija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6B68FA-22BC-B1F7-E011-1609F94FD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0864" y="1825625"/>
            <a:ext cx="8670271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Con la representación Infija se conserva la forma original de la expresión, mostrando los operadores entre los operandos: a=b+c*d.</a:t>
            </a:r>
          </a:p>
        </p:txBody>
      </p:sp>
    </p:spTree>
    <p:extLst>
      <p:ext uri="{BB962C8B-B14F-4D97-AF65-F5344CB8AC3E}">
        <p14:creationId xmlns:p14="http://schemas.microsoft.com/office/powerpoint/2010/main" val="74787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24ADF-8D27-3516-200C-0708A039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conversión a notación postfija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032398-7AB0-5370-B7E9-4E4D72BB1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808" y="1825625"/>
            <a:ext cx="865638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Con la representación Postfija los operadores se colocan después de sus operandos, dando como resultado: a b c d * + =.</a:t>
            </a:r>
          </a:p>
        </p:txBody>
      </p:sp>
    </p:spTree>
    <p:extLst>
      <p:ext uri="{BB962C8B-B14F-4D97-AF65-F5344CB8AC3E}">
        <p14:creationId xmlns:p14="http://schemas.microsoft.com/office/powerpoint/2010/main" val="124539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CC201-AE83-9C50-F251-B3AEBC75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conversión a notación polaca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02A93B-B9E7-F65D-3F17-2E7F11DD3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052" y="1825625"/>
            <a:ext cx="8725895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La notación polaca equivale a la notación prefija: los operadores preceden a sus operandos, generando el mismo resultado: = a + b * c d.</a:t>
            </a:r>
          </a:p>
        </p:txBody>
      </p:sp>
    </p:spTree>
    <p:extLst>
      <p:ext uri="{BB962C8B-B14F-4D97-AF65-F5344CB8AC3E}">
        <p14:creationId xmlns:p14="http://schemas.microsoft.com/office/powerpoint/2010/main" val="292677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BA77E-137C-5E85-60B8-7AC4F56D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generación de Código P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E4C85D-3F18-865F-46BA-9E12CBAB8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052" y="1825625"/>
            <a:ext cx="8725895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El Código P traduce la expresión en instrucciones de una máquina de pila (PUSH y OP), terminando con POP resultado.</a:t>
            </a:r>
          </a:p>
        </p:txBody>
      </p:sp>
    </p:spTree>
    <p:extLst>
      <p:ext uri="{BB962C8B-B14F-4D97-AF65-F5344CB8AC3E}">
        <p14:creationId xmlns:p14="http://schemas.microsoft.com/office/powerpoint/2010/main" val="211198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F6A8B-D715-FD75-1500-891F7EBA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generación de triplos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51AF7CF-C3CE-3947-E2DA-4E3063AC0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789" y="1825625"/>
            <a:ext cx="8650421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La representación de triplos organiza cada operación en una tabla con índice, operador y dos argumentos, referenciando resultados anteriores por su índice.</a:t>
            </a:r>
          </a:p>
        </p:txBody>
      </p:sp>
    </p:spTree>
    <p:extLst>
      <p:ext uri="{BB962C8B-B14F-4D97-AF65-F5344CB8AC3E}">
        <p14:creationId xmlns:p14="http://schemas.microsoft.com/office/powerpoint/2010/main" val="949358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568A5-91B2-44B6-5913-4A156F71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generación de cuádruplos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66F1554-CB76-D7ED-FC39-472D5D7B6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6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La representación de cuádruplos agrega una columna adicional de resultado (variables temporales T0, T1, T2) para cada operación realizada.</a:t>
            </a:r>
          </a:p>
        </p:txBody>
      </p:sp>
    </p:spTree>
    <p:extLst>
      <p:ext uri="{BB962C8B-B14F-4D97-AF65-F5344CB8AC3E}">
        <p14:creationId xmlns:p14="http://schemas.microsoft.com/office/powerpoint/2010/main" val="3747752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25FC2-1445-32F4-DA12-6D033F58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015CB1-4F37-0BDC-6789-8F635047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A través de este banco de ejercicios se comprobó que el Generador de Código Intermedio convierte correctamente una misma expresión aritmética a sus siete representaciones: prefija, infija, postfija, notación polaca, Código P, triplos y cuádruplos.</a:t>
            </a:r>
          </a:p>
          <a:p>
            <a:r>
              <a:rPr lang="es-MX" dirty="0"/>
              <a:t>Esto permitió reforzar los conceptos de la fase de generación de código intermedio dentro del proceso de compilación y confirmar el correcto funcionamiento del algoritmo implementado en cada una de sus variantes.</a:t>
            </a:r>
          </a:p>
        </p:txBody>
      </p:sp>
    </p:spTree>
    <p:extLst>
      <p:ext uri="{BB962C8B-B14F-4D97-AF65-F5344CB8AC3E}">
        <p14:creationId xmlns:p14="http://schemas.microsoft.com/office/powerpoint/2010/main" val="33622124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561</Words>
  <Application>Microsoft Office PowerPoint</Application>
  <PresentationFormat>Panorámica</PresentationFormat>
  <Paragraphs>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Ejercicio: conversión a notación prefija</vt:lpstr>
      <vt:lpstr>Ejercicio: conversión a notación infija</vt:lpstr>
      <vt:lpstr>Ejercicio: conversión a notación postfija</vt:lpstr>
      <vt:lpstr>Ejercicio: conversión a notación polaca</vt:lpstr>
      <vt:lpstr>Ejercicio: generación de Código P</vt:lpstr>
      <vt:lpstr>Ejercicio: generación de triplos</vt:lpstr>
      <vt:lpstr>Ejercicio: generación de cuádruplos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2026-09-20T14:55:53Z</dcterms:created>
  <dcterms:modified xsi:type="dcterms:W3CDTF">2026-09-21T05:24:15Z</dcterms:modified>
</cp:coreProperties>
</file>