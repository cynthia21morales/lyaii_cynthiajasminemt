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476D4-8107-BEEE-20A9-59F4778E2E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07A260-6361-6819-ECF9-01A782F56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5FCC6F-328A-FE9B-2E04-CF164BFD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7E2ADB-D62E-711C-DCE2-C972A593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D519BA-1F0A-68F6-0D07-7BEF7F59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705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A9089-140B-DA73-48D0-E5B65035F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7292A6-F4DA-CD9A-7D92-2A01CFBE3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8C3B43-1CE9-3175-18D0-08A68E5B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58B423-DCA3-C1B7-5CF7-452BAC8B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0988C2-1E12-667C-4500-1F35A79F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111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80FB-BACA-2BA6-1799-9FB600E69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04A026-F6BA-328A-89B5-01DA0A35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B629DB-6464-F122-DC06-DF6E45AEF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B54D13-5745-6C48-2604-829580BB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7465A5-9A81-C3AE-F71D-F5A17B13E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9704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26F0C-3F34-21D9-2422-41CB3FC7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C7426A-E585-B680-2339-B12726491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3B9D17-F22C-D81F-5C68-23722FB8D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127795-9ACD-2920-8732-B34DDAC45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F7500BE-7E51-42A0-7FE6-DAF80E369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3878DA-3B41-4952-0570-EE9F25AB5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5812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CF807-3B33-83F8-4AAD-3B5728ADC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A304A5-8566-A811-5D0A-78433D354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4BBC9A7-E206-DE02-17AB-9758BE24A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ED41715-9BB3-F32A-EA11-CD8E819DC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1E2AD5-0CCC-4566-66C5-30F324CA9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1F2AD9-9A47-BC3F-1D6A-C824D780D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60BF8EB-3816-AE7F-6E39-6D47144D8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4D814EA-A10B-09CF-5C20-5489D6BE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68609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90570-0C70-7081-0F7F-CF8C3F2F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6CC3DD-895D-1E1B-424A-65AB4670F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FF204D-7A49-735C-39E8-010B931C2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66E254-BC6F-B078-1AE8-9310D6174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907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AAFD83-6B80-E2CE-DF17-CB6AB3C0D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EF1481-1881-F5BD-C29E-312953F35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029F8A-146E-70B7-D952-BD34A5DB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6641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68D62-35EC-9CDF-057A-257D142FA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672E3A-BDB4-7D99-00DF-2F47A2B5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2E5802-066C-0DD8-3823-04E821761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3B7F4-99BA-B995-DBA9-9905F34A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3B0AA0-0465-B79E-B8C2-316494B5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2659A2-C844-7487-B34D-068AFD233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0779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79131-E5B6-0C78-B0D9-9ED97319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4556AF-5D36-E790-C321-1BF768344C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C26B81-EFA2-237D-B2A3-76CE2D089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FCB678-8EA2-461A-18DC-E0497A62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C5A1EE-BC9A-FFAF-50FC-8D1ADE38D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409F6-935D-756F-CDB1-B21C229F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4112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FC70E2-94EB-D335-F356-7219CD75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A08BDA-B60C-D412-D289-46682E97F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860696-4F68-8285-C400-83FE3E26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EC9B9A-B043-4C40-170F-789B39CD4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ADA9AB-6086-20F1-A7E4-2DF7B310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31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961F94-3F62-C3EB-2C74-00F25CA74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0C7A3F-DD7B-A9D4-8F89-298A9C3BF0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3E1941-ABCE-5EF3-BEF1-6A0B2B6C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6AB736-DE56-860E-FC21-03CB0C22E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2E1D39-6BE7-9F4B-EA89-CFDDA3A46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6704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A5DC940-4032-BB7E-191F-61BCA959D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743E40-977E-E443-549D-BBF33B09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1A5314-9558-B908-D424-DA406CE29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BF0E7-C434-465E-AE58-D5291514EE58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F2DECF-387D-1ECE-9A63-DF0468C59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1B6BD8-7898-0636-96AD-E788437EA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ADF2C-386D-43FC-9BDA-2D7253D0A6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631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A9315A6D-7D8B-430E-D467-C586028E293C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Lenguajes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Automatas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3.2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15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E720E9F-21ED-77D3-1366-AA0A4C8E9539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E4A3F62-0377-F4F3-122B-5CFAC9863738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2CF5AFD-4D00-DA7E-95D4-82697A529796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9643BC57-0FE0-6022-0707-645BDEC8FFA4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344E584E-E733-F6F2-2528-491E70DBF493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5BB8A2A2-C4F8-F01D-BBB8-23B22C36D65D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76E5077-D81A-A0C0-9159-302B1381A20A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5813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6FA1D-3621-1E60-691E-40A342DC1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75AAF4-EDCC-A71C-8583-8E1562170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En esta práctica se desarrolló un Optimizador de Código, una aplicación de escritorio en Java con JavaFX que simula la fase de optimización dentro del proceso de compilación. </a:t>
            </a:r>
          </a:p>
          <a:p>
            <a:r>
              <a:rPr lang="es-MX" dirty="0"/>
              <a:t>El programa recibe un fragmento de código como texto y permite aplicar distintos tipos de optimización: optimización local (plegado de constantes y simplificación de identidades algebraicas), optimización de ciclos, optimización global, optimización de mirilla (peephole), análisis de flujo de datos y criterios para mejorar el código.</a:t>
            </a:r>
          </a:p>
          <a:p>
            <a:r>
              <a:rPr lang="es-MX" dirty="0"/>
              <a:t>Además, incluye un módulo de análisis de costo de ejecución que estima el uso de memoria, registros y operaciones de pila, clasificando el costo general del código en un nivel bajo, medio o alto.</a:t>
            </a:r>
          </a:p>
        </p:txBody>
      </p:sp>
    </p:spTree>
    <p:extLst>
      <p:ext uri="{BB962C8B-B14F-4D97-AF65-F5344CB8AC3E}">
        <p14:creationId xmlns:p14="http://schemas.microsoft.com/office/powerpoint/2010/main" val="313027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09B42-C015-735A-CC76-7725B531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4B88BC-9397-30D0-D9BE-E78D9468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La optimización de código es una etapa clave del proceso de compilación, pues busca mejorar el rendimiento del programa sin alterar su comportamiento, reduciendo el uso de recursos como memoria, registros y número de instrucciones.</a:t>
            </a:r>
          </a:p>
          <a:p>
            <a:r>
              <a:rPr lang="es-MX" dirty="0"/>
              <a:t>Practicar la implementación de las distintas técnicas de optimización (local, de ciclos, global, de mirilla y análisis de flujo de datos), así como el análisis del costo de ejecución, permite comprender de forma aplicada los criterios que un compilador real utiliza para generar código más eficiente.</a:t>
            </a:r>
          </a:p>
          <a:p>
            <a:r>
              <a:rPr lang="es-MX" dirty="0"/>
              <a:t>Esta práctica refuerza los contenidos de la materia de Lenguajes y Autómatas II al vincular la teoría de optimización con una herramienta funcional que evidencia sus beneficios de manera práctica y visual.</a:t>
            </a:r>
          </a:p>
        </p:txBody>
      </p:sp>
    </p:spTree>
    <p:extLst>
      <p:ext uri="{BB962C8B-B14F-4D97-AF65-F5344CB8AC3E}">
        <p14:creationId xmlns:p14="http://schemas.microsoft.com/office/powerpoint/2010/main" val="2331387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9C796-915B-E925-28ED-BF2ED1E1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Estructura del proyecto y clase principal (MainApplication)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63C7F46-8499-9032-753F-6CBBF3845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222" y="1825625"/>
            <a:ext cx="9935555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Esta clase inicia la aplicación JavaFX, carga la interfaz (main-view.fxml) y configura el título y tamaño de la ventana del Optimizador de Código.</a:t>
            </a:r>
          </a:p>
        </p:txBody>
      </p:sp>
    </p:spTree>
    <p:extLst>
      <p:ext uri="{BB962C8B-B14F-4D97-AF65-F5344CB8AC3E}">
        <p14:creationId xmlns:p14="http://schemas.microsoft.com/office/powerpoint/2010/main" val="2383974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B53DD-668E-D2D2-D098-E4A56D6C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Controlador y tipos de optimización disponibles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D964843-8F94-90D2-C386-0D544A127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955" y="1825625"/>
            <a:ext cx="8296090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El controlador carga en los Combo Box los tipos de optimización (local, de ciclos, global, de mirilla, costo, criterios, flujo de datos) y las opciones de análisis de costo.</a:t>
            </a:r>
          </a:p>
        </p:txBody>
      </p:sp>
    </p:spTree>
    <p:extLst>
      <p:ext uri="{BB962C8B-B14F-4D97-AF65-F5344CB8AC3E}">
        <p14:creationId xmlns:p14="http://schemas.microsoft.com/office/powerpoint/2010/main" val="211431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877F-19EC-FA33-8FE2-F24BEB46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Método optimizar() y selección del tipo de optimización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5E00F3E-91D8-1646-8F18-BF434FF93F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288" y="1825625"/>
            <a:ext cx="8271423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Este método detecta el tipo de optimización seleccionado y llama a la función correspondiente para procesar el código ingresado.</a:t>
            </a:r>
          </a:p>
        </p:txBody>
      </p:sp>
    </p:spTree>
    <p:extLst>
      <p:ext uri="{BB962C8B-B14F-4D97-AF65-F5344CB8AC3E}">
        <p14:creationId xmlns:p14="http://schemas.microsoft.com/office/powerpoint/2010/main" val="4084436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DAD69-239B-0340-9FEF-58AF20DA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Módulo de análisis de costo y función limpiar()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101CB33-9966-730A-E311-AD2205E21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Se valida que el usuario haya escrito código antes de analizar el costo, y se define la función para limpiar los campos de la interfaz.</a:t>
            </a:r>
          </a:p>
        </p:txBody>
      </p:sp>
    </p:spTree>
    <p:extLst>
      <p:ext uri="{BB962C8B-B14F-4D97-AF65-F5344CB8AC3E}">
        <p14:creationId xmlns:p14="http://schemas.microsoft.com/office/powerpoint/2010/main" val="143789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527FD4-7D66-0B81-30FD-43E3B4AF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Cálculo del costo de ejecución (memoria, registros y pila)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50CE787-D8FD-E358-95E9-642961086A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0988" y="1825625"/>
            <a:ext cx="773002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Calcula el costo estimado del código contando instrucciones, operadores, variables y constantes, y clasifica el resultado en un nivel bajo, medio o alto.</a:t>
            </a:r>
          </a:p>
        </p:txBody>
      </p:sp>
    </p:spTree>
    <p:extLst>
      <p:ext uri="{BB962C8B-B14F-4D97-AF65-F5344CB8AC3E}">
        <p14:creationId xmlns:p14="http://schemas.microsoft.com/office/powerpoint/2010/main" val="3914855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DC3ED8-511B-3349-D697-F39B24D4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Plegado de constantes e identidades algebraicas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4D5B69-E48F-04FB-55B8-094D7B4FB2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955" y="1825625"/>
            <a:ext cx="8296090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La optimización local combina el plegado de constantes (resolver operaciones con números fijos) con la simplificación de identidades algebraicas (x+0, x*1, x*0, etc.).</a:t>
            </a:r>
          </a:p>
        </p:txBody>
      </p:sp>
    </p:spTree>
    <p:extLst>
      <p:ext uri="{BB962C8B-B14F-4D97-AF65-F5344CB8AC3E}">
        <p14:creationId xmlns:p14="http://schemas.microsoft.com/office/powerpoint/2010/main" val="2743872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B3882-D773-C1BD-6941-12C1A2E92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la interfaz gráfica (FXML): encabezado y estilos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8AA934C-F842-F1A8-DF40-D65C8B410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Se define el encabezado de la interfaz con el título “Optimizador de Código” y los estilos generales de color y tipografía.</a:t>
            </a:r>
          </a:p>
        </p:txBody>
      </p:sp>
    </p:spTree>
    <p:extLst>
      <p:ext uri="{BB962C8B-B14F-4D97-AF65-F5344CB8AC3E}">
        <p14:creationId xmlns:p14="http://schemas.microsoft.com/office/powerpoint/2010/main" val="3637224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D93AA-4346-A024-6507-91EABCF5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Sección de código de entrada y botones de acción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4D0604-B07F-4504-D89E-3EBE993D1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955" y="1825625"/>
            <a:ext cx="8296090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Se definen el área de texto para el código de entrada, el Combo Box de tipo de optimización y los botones de acción.</a:t>
            </a:r>
          </a:p>
        </p:txBody>
      </p:sp>
    </p:spTree>
    <p:extLst>
      <p:ext uri="{BB962C8B-B14F-4D97-AF65-F5344CB8AC3E}">
        <p14:creationId xmlns:p14="http://schemas.microsoft.com/office/powerpoint/2010/main" val="3650516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A9F91-983E-BBDA-039B-AF49E82F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Sección de resultados y análisis de costo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49CD02E-DFFC-E94D-BD19-FC50EE725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5548" y="1825625"/>
            <a:ext cx="832090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Se definen el área de resultados y el Combo Box de análisis de costo, junto con el botón para analizar el costo del código.</a:t>
            </a:r>
          </a:p>
        </p:txBody>
      </p:sp>
    </p:spTree>
    <p:extLst>
      <p:ext uri="{BB962C8B-B14F-4D97-AF65-F5344CB8AC3E}">
        <p14:creationId xmlns:p14="http://schemas.microsoft.com/office/powerpoint/2010/main" val="2824709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34B09-A275-C90E-1DCF-AE98EDB2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Interfaz final del Optimizador de Código en ejecución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C035A70-6BC8-40CB-B105-3D5F0AD3E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3395" y="1825625"/>
            <a:ext cx="6725209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400" dirty="0">
                <a:solidFill>
                  <a:srgbClr val="595959"/>
                </a:solidFill>
              </a:rPr>
              <a:t>Interfaz final del programa en ejecución, donde el usuario escribe su código, elige el tipo de optimización o análisis, y obtiene el resultado.</a:t>
            </a:r>
          </a:p>
        </p:txBody>
      </p:sp>
    </p:spTree>
    <p:extLst>
      <p:ext uri="{BB962C8B-B14F-4D97-AF65-F5344CB8AC3E}">
        <p14:creationId xmlns:p14="http://schemas.microsoft.com/office/powerpoint/2010/main" val="2484861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72</Words>
  <Application>Microsoft Office PowerPoint</Application>
  <PresentationFormat>Panorámica</PresentationFormat>
  <Paragraphs>24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1</cp:revision>
  <dcterms:created xsi:type="dcterms:W3CDTF">2026-09-20T15:04:50Z</dcterms:created>
  <dcterms:modified xsi:type="dcterms:W3CDTF">2026-09-21T00:04:22Z</dcterms:modified>
</cp:coreProperties>
</file>